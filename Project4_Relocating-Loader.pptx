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sldIdLst>
    <p:sldId id="278" r:id="rId5"/>
    <p:sldId id="279" r:id="rId6"/>
    <p:sldId id="280" r:id="rId7"/>
    <p:sldId id="281" r:id="rId8"/>
    <p:sldId id="292" r:id="rId9"/>
    <p:sldId id="282" r:id="rId10"/>
    <p:sldId id="286" r:id="rId11"/>
    <p:sldId id="287" r:id="rId12"/>
    <p:sldId id="284" r:id="rId13"/>
    <p:sldId id="283" r:id="rId14"/>
    <p:sldId id="293" r:id="rId15"/>
    <p:sldId id="28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80310" autoAdjust="0"/>
  </p:normalViewPr>
  <p:slideViewPr>
    <p:cSldViewPr snapToGrid="0">
      <p:cViewPr varScale="1">
        <p:scale>
          <a:sx n="59" d="100"/>
          <a:sy n="59" d="100"/>
        </p:scale>
        <p:origin x="118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*** If we really need to do introductions:</a:t>
            </a:r>
          </a:p>
          <a:p>
            <a:r>
              <a:rPr lang="en-US" dirty="0"/>
              <a:t>“I am ___, and I am ___, and I am ___ and we will be presenting our Project on Option 2, Option A – The Relocating Loader.”</a:t>
            </a:r>
          </a:p>
          <a:p>
            <a:endParaRPr lang="en-US" dirty="0"/>
          </a:p>
          <a:p>
            <a:r>
              <a:rPr lang="en-US" dirty="0"/>
              <a:t>OR</a:t>
            </a:r>
          </a:p>
          <a:p>
            <a:endParaRPr lang="en-US" dirty="0"/>
          </a:p>
          <a:p>
            <a:r>
              <a:rPr lang="en-US" dirty="0"/>
              <a:t>“Hello everyone, we’ll be presenting our Relocating Loader which is Project 4 Option 2, Option A.</a:t>
            </a:r>
          </a:p>
          <a:p>
            <a:r>
              <a:rPr lang="en-US" dirty="0"/>
              <a:t>I’m ___, and my group members are ___ and ___.”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a quick look at our Table of Contents:</a:t>
            </a:r>
          </a:p>
          <a:p>
            <a:r>
              <a:rPr lang="en-US" dirty="0"/>
              <a:t>We’ll start with a summary of what our project is,</a:t>
            </a:r>
          </a:p>
          <a:p>
            <a:r>
              <a:rPr lang="en-US" dirty="0"/>
              <a:t>Then our design choices and implementation, </a:t>
            </a:r>
          </a:p>
          <a:p>
            <a:r>
              <a:rPr lang="en-US" dirty="0"/>
              <a:t>The main challenges we experienced,</a:t>
            </a:r>
          </a:p>
          <a:p>
            <a:r>
              <a:rPr lang="en-US" dirty="0"/>
              <a:t>How we tested our program, </a:t>
            </a:r>
          </a:p>
          <a:p>
            <a:r>
              <a:rPr lang="en-US" dirty="0"/>
              <a:t>Our solutions and approach to the challenges we encountered,</a:t>
            </a:r>
          </a:p>
          <a:p>
            <a:r>
              <a:rPr lang="en-US" dirty="0"/>
              <a:t>And of course, lastly, we will demonstrate our program.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For this project, our goal is to build a relocating loader for SIC. The program takes three inputs:</a:t>
            </a:r>
          </a:p>
          <a:p>
            <a:r>
              <a:rPr lang="en-US" dirty="0"/>
              <a:t>The object file name, a new load address in hex, and the machine type, SIC or SICXE. Then it prints the relocated T records and the relocated E record to stdout.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Starting with the</a:t>
            </a:r>
            <a:r>
              <a:rPr dirty="0"/>
              <a:t> main, we validate the inputs, convert the hex relocation address using strtol(..., 16),</a:t>
            </a:r>
          </a:p>
          <a:p>
            <a:r>
              <a:rPr dirty="0"/>
              <a:t>and open the object file.</a:t>
            </a:r>
          </a:p>
          <a:p>
            <a:r>
              <a:rPr dirty="0"/>
              <a:t>From there, the code is organized into two core functions: parse_object_file() to read</a:t>
            </a:r>
          </a:p>
          <a:p>
            <a:r>
              <a:rPr dirty="0"/>
              <a:t>and store H/T/M/E records,</a:t>
            </a:r>
          </a:p>
          <a:p>
            <a:r>
              <a:rPr dirty="0"/>
              <a:t>and relocate_and_print() which is where the relocation offset and relocated output are</a:t>
            </a:r>
          </a:p>
          <a:p>
            <a:r>
              <a:rPr dirty="0"/>
              <a:t>produced.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(EXAMPLE , CAN REPLACE)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Here we focus on </a:t>
            </a:r>
            <a:r>
              <a:rPr dirty="0"/>
              <a:t>parsing inside parse_object_file().</a:t>
            </a:r>
          </a:p>
          <a:p>
            <a:r>
              <a:rPr dirty="0"/>
              <a:t>We read the file line</a:t>
            </a:r>
            <a:r>
              <a:rPr lang="en-US" dirty="0"/>
              <a:t> </a:t>
            </a:r>
            <a:r>
              <a:rPr dirty="0"/>
              <a:t>by</a:t>
            </a:r>
            <a:r>
              <a:rPr lang="en-US" dirty="0"/>
              <a:t> </a:t>
            </a:r>
            <a:r>
              <a:rPr dirty="0"/>
              <a:t>line using fgets, trim the newline, and classify the record by the</a:t>
            </a:r>
          </a:p>
          <a:p>
            <a:r>
              <a:rPr dirty="0"/>
              <a:t>first character: H, T, M, or E.</a:t>
            </a:r>
          </a:p>
          <a:p>
            <a:r>
              <a:rPr dirty="0"/>
              <a:t>Using sscanf, we pull out addresses and lengths, then convert from</a:t>
            </a:r>
          </a:p>
          <a:p>
            <a:r>
              <a:rPr dirty="0"/>
              <a:t>hex to integers with strtol.</a:t>
            </a:r>
          </a:p>
          <a:p>
            <a:r>
              <a:rPr dirty="0"/>
              <a:t>We save the header information first, then collect all T records and M records we’ll need to</a:t>
            </a:r>
          </a:p>
          <a:p>
            <a:r>
              <a:rPr dirty="0"/>
              <a:t>relocate later.</a:t>
            </a:r>
          </a:p>
          <a:p>
            <a:r>
              <a:rPr dirty="0"/>
              <a:t>The E record gives the execution start address for where the program should begin after it’s</a:t>
            </a:r>
          </a:p>
          <a:p>
            <a:r>
              <a:rPr dirty="0"/>
              <a:t>loaded.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(EXAMPLE , CAN REPLACE)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There were various challenges we encountered. </a:t>
            </a:r>
            <a:endParaRPr dirty="0"/>
          </a:p>
          <a:p>
            <a:r>
              <a:rPr lang="en-US" dirty="0"/>
              <a:t>SIC uses absolute addressing, so operands often contain memory addresses</a:t>
            </a:r>
          </a:p>
          <a:p>
            <a:r>
              <a:rPr dirty="0"/>
              <a:t>and can’t stay unchanged after relocation.</a:t>
            </a:r>
          </a:p>
          <a:p>
            <a:r>
              <a:rPr lang="en-US" dirty="0"/>
              <a:t>P</a:t>
            </a:r>
            <a:r>
              <a:rPr dirty="0"/>
              <a:t>arsing </a:t>
            </a:r>
            <a:r>
              <a:rPr lang="en-US" dirty="0"/>
              <a:t>also had to</a:t>
            </a:r>
            <a:r>
              <a:rPr dirty="0"/>
              <a:t> be </a:t>
            </a:r>
            <a:r>
              <a:rPr lang="en-US" dirty="0"/>
              <a:t>perfect</a:t>
            </a:r>
            <a:r>
              <a:rPr dirty="0"/>
              <a:t> </a:t>
            </a:r>
            <a:r>
              <a:rPr lang="en-US" dirty="0"/>
              <a:t>due to </a:t>
            </a:r>
            <a:r>
              <a:rPr dirty="0"/>
              <a:t>object format</a:t>
            </a:r>
            <a:r>
              <a:rPr lang="en-US" dirty="0"/>
              <a:t>. </a:t>
            </a:r>
          </a:p>
          <a:p>
            <a:r>
              <a:rPr lang="en-US" dirty="0"/>
              <a:t>(EXAMPLE , CAN REPLACE)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Half-bytes were another challenge we encountered</a:t>
            </a:r>
            <a:r>
              <a:rPr dirty="0"/>
              <a:t>.</a:t>
            </a:r>
          </a:p>
          <a:p>
            <a:r>
              <a:rPr dirty="0"/>
              <a:t>M records can specify a patch length in half-bytes, meaning the loader may need to update</a:t>
            </a:r>
          </a:p>
          <a:p>
            <a:r>
              <a:rPr dirty="0"/>
              <a:t>only specific hex digits, not whole bytes.</a:t>
            </a:r>
          </a:p>
          <a:p>
            <a:r>
              <a:rPr dirty="0"/>
              <a:t>Th</a:t>
            </a:r>
            <a:r>
              <a:rPr lang="en-US" dirty="0"/>
              <a:t>is</a:t>
            </a:r>
            <a:r>
              <a:rPr dirty="0"/>
              <a:t> matters when indexed mode is used, because the X bit shares space with the address</a:t>
            </a:r>
          </a:p>
          <a:p>
            <a:r>
              <a:rPr lang="en-US" dirty="0"/>
              <a:t>f</a:t>
            </a:r>
            <a:r>
              <a:rPr dirty="0"/>
              <a:t>ield</a:t>
            </a:r>
            <a:r>
              <a:rPr lang="en-US" dirty="0"/>
              <a:t>, </a:t>
            </a:r>
            <a:r>
              <a:rPr dirty="0"/>
              <a:t>changing the wrong bits </a:t>
            </a:r>
            <a:r>
              <a:rPr lang="en-US" dirty="0"/>
              <a:t>can </a:t>
            </a:r>
            <a:r>
              <a:rPr dirty="0"/>
              <a:t>change behavior.</a:t>
            </a:r>
          </a:p>
          <a:p>
            <a:r>
              <a:rPr lang="en-US" dirty="0"/>
              <a:t>So,</a:t>
            </a:r>
            <a:r>
              <a:rPr dirty="0"/>
              <a:t> we use the M record address and length to patch only the exact operand field inside the</a:t>
            </a:r>
          </a:p>
          <a:p>
            <a:r>
              <a:rPr dirty="0"/>
              <a:t>object code, not the opcode or flags.</a:t>
            </a:r>
            <a:endParaRPr lang="en-US" dirty="0"/>
          </a:p>
          <a:p>
            <a:r>
              <a:rPr lang="en-US" dirty="0"/>
              <a:t>(EXAMPLE , CAN REPLACE)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dirty="0"/>
              <a:t>upport</a:t>
            </a:r>
            <a:r>
              <a:rPr lang="en-US" dirty="0"/>
              <a:t>ing</a:t>
            </a:r>
            <a:r>
              <a:rPr dirty="0"/>
              <a:t> both SIC and SICXE as machine</a:t>
            </a:r>
            <a:r>
              <a:rPr lang="en-US" dirty="0"/>
              <a:t>s was also slightly challenging</a:t>
            </a:r>
            <a:r>
              <a:rPr dirty="0"/>
              <a:t>. SIC doesn’t use PC-relative</a:t>
            </a:r>
          </a:p>
          <a:p>
            <a:r>
              <a:rPr dirty="0"/>
              <a:t>addressing, while SICXE can, so the relocation context differs.</a:t>
            </a:r>
          </a:p>
          <a:p>
            <a:r>
              <a:rPr dirty="0"/>
              <a:t>Also, object files can contain multiple T and M records, so we store </a:t>
            </a:r>
            <a:r>
              <a:rPr lang="en-US" dirty="0"/>
              <a:t>large amounts of</a:t>
            </a:r>
            <a:endParaRPr dirty="0"/>
          </a:p>
          <a:p>
            <a:r>
              <a:rPr dirty="0"/>
              <a:t>records and apply multiple patches.</a:t>
            </a:r>
          </a:p>
          <a:p>
            <a:r>
              <a:rPr dirty="0"/>
              <a:t>Finally, we cap storage with MAX_RECORD and MAX_LINE_LENGTH so we don’t overflow memory</a:t>
            </a:r>
          </a:p>
          <a:p>
            <a:r>
              <a:rPr dirty="0"/>
              <a:t>while parsing.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(EXAMPLE , CAN REPLACE)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For testing, we split it into input validation and relocation accuracy checks.</a:t>
            </a:r>
          </a:p>
          <a:p>
            <a:r>
              <a:rPr dirty="0"/>
              <a:t>Validation: if the argument count is wrong, we print usage. If the machine type isn’t SIC or</a:t>
            </a:r>
          </a:p>
          <a:p>
            <a:r>
              <a:rPr dirty="0"/>
              <a:t>SICXE, it should be rejected.</a:t>
            </a:r>
          </a:p>
          <a:p>
            <a:r>
              <a:rPr dirty="0"/>
              <a:t>Then we do the </a:t>
            </a:r>
            <a:r>
              <a:rPr lang="en-US" dirty="0"/>
              <a:t>zero-offset</a:t>
            </a:r>
            <a:r>
              <a:rPr dirty="0"/>
              <a:t> test: relocation to the same start address gives offset = 0, so</a:t>
            </a:r>
          </a:p>
          <a:p>
            <a:r>
              <a:rPr dirty="0"/>
              <a:t>output should match exactly.</a:t>
            </a:r>
          </a:p>
          <a:p>
            <a:r>
              <a:rPr dirty="0"/>
              <a:t>For a nonzero offset, we check that T record start addresses shift by the offset, and that</a:t>
            </a:r>
          </a:p>
          <a:p>
            <a:r>
              <a:rPr lang="en-US" dirty="0"/>
              <a:t>fields referenced by M records are updated.</a:t>
            </a:r>
          </a:p>
          <a:p>
            <a:r>
              <a:rPr lang="en-US" dirty="0"/>
              <a:t>(EXAMPLE , CAN REPLACE)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Onto </a:t>
            </a:r>
            <a:r>
              <a:rPr dirty="0"/>
              <a:t>our solution approach</a:t>
            </a:r>
            <a:r>
              <a:rPr lang="en-US" dirty="0"/>
              <a:t>, w</a:t>
            </a:r>
            <a:r>
              <a:rPr dirty="0"/>
              <a:t>e only modify fields that actually need relocation.</a:t>
            </a:r>
          </a:p>
          <a:p>
            <a:r>
              <a:rPr dirty="0"/>
              <a:t>Each T record is stored in a TextRecord with its start address, length, and its object code</a:t>
            </a:r>
          </a:p>
          <a:p>
            <a:r>
              <a:rPr dirty="0"/>
              <a:t>bytes as a hex string.</a:t>
            </a:r>
          </a:p>
          <a:p>
            <a:r>
              <a:rPr dirty="0"/>
              <a:t>Each relocation patch is stored in a ModRecord with an address and a length (in half-bytes).</a:t>
            </a:r>
          </a:p>
          <a:p>
            <a:r>
              <a:rPr dirty="0"/>
              <a:t>relocate_and_print() is the part of the program where we apply the offset and produce the</a:t>
            </a:r>
          </a:p>
          <a:p>
            <a:r>
              <a:rPr dirty="0"/>
              <a:t>relocated T/E output.</a:t>
            </a:r>
            <a:endParaRPr lang="en-US" dirty="0"/>
          </a:p>
          <a:p>
            <a:r>
              <a:rPr lang="en-US" dirty="0"/>
              <a:t>(EXAMPLE , CAN REPLACE)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As for how we solved the </a:t>
            </a:r>
            <a:r>
              <a:rPr dirty="0"/>
              <a:t>relocation process</a:t>
            </a:r>
            <a:r>
              <a:rPr lang="en-US" dirty="0"/>
              <a:t>,</a:t>
            </a:r>
            <a:endParaRPr dirty="0"/>
          </a:p>
          <a:p>
            <a:r>
              <a:rPr lang="en-US" dirty="0"/>
              <a:t>We first determine</a:t>
            </a:r>
            <a:r>
              <a:rPr dirty="0"/>
              <a:t> the offset using the chosen load address: offset = newStart - oldStart.</a:t>
            </a:r>
          </a:p>
          <a:p>
            <a:r>
              <a:rPr dirty="0"/>
              <a:t>Then we shift each T record start address by that offset so the blocks load into the new</a:t>
            </a:r>
          </a:p>
          <a:p>
            <a:r>
              <a:rPr dirty="0"/>
              <a:t>region properly.</a:t>
            </a:r>
          </a:p>
          <a:p>
            <a:r>
              <a:rPr dirty="0"/>
              <a:t>Finally, we patch only the operand fields identified by the M records, using the length in</a:t>
            </a:r>
          </a:p>
          <a:p>
            <a:r>
              <a:rPr dirty="0"/>
              <a:t>half-bytes so we don’t touch opcodes or flags.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(EXAMPLE , CAN REPLACE)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At this point we transition into the live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BD32A07D-C646-4CC0-BA93-76707E70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47380" y="301228"/>
            <a:ext cx="3382832" cy="3499549"/>
          </a:xfrm>
        </p:spPr>
        <p:txBody>
          <a:bodyPr>
            <a:normAutofit/>
          </a:bodyPr>
          <a:lstStyle/>
          <a:p>
            <a:pPr algn="l"/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Programming</a:t>
            </a:r>
            <a:b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4:</a:t>
            </a:r>
            <a:b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Relocating Loader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47380" y="3800777"/>
            <a:ext cx="3382831" cy="2500435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algn="l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Christopher</a:t>
            </a:r>
          </a:p>
          <a:p>
            <a:pPr algn="l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Suphakrit Jinaongkan</a:t>
            </a:r>
          </a:p>
          <a:p>
            <a:pPr algn="l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Zinah Shain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9" r="29546"/>
          <a:stretch>
            <a:fillRect/>
          </a:stretch>
        </p:blipFill>
        <p:spPr>
          <a:xfrm>
            <a:off x="-1" y="10"/>
            <a:ext cx="753770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69" b="2496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r>
              <a:rPr lang="en-US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371474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  <a:defRPr sz="2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we faced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plan</a:t>
            </a:r>
          </a:p>
          <a:p>
            <a:pPr>
              <a:buFont typeface="Wingdings" panose="05000000000000000000" pitchFamily="2" charset="2"/>
              <a:buChar char="Ø"/>
              <a:defRPr sz="2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0DFE-C805-1596-EAA3-4734E9943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B8472-1D7D-4979-DD15-C9DB6A5FB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Build a relocating loader for SIC using C. 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revolves around accepting 3 command-line arguments:</a:t>
            </a:r>
          </a:p>
          <a:p>
            <a:pPr lvl="2">
              <a:buFont typeface="Wingdings" panose="05000000000000000000" pitchFamily="2" charset="2"/>
              <a:buChar char="Ø"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1.) The name of a SIC object file.</a:t>
            </a:r>
          </a:p>
          <a:p>
            <a:pPr lvl="2">
              <a:buFont typeface="Wingdings" panose="05000000000000000000" pitchFamily="2" charset="2"/>
              <a:buChar char="Ø"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2.) The address in hex to relocate the SIC object file to. </a:t>
            </a:r>
          </a:p>
          <a:p>
            <a:pPr lvl="2">
              <a:buFont typeface="Wingdings" panose="05000000000000000000" pitchFamily="2" charset="2"/>
              <a:buChar char="Ø"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3.) Target machine: SIC or SICXE.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relocated T and E records are printed to &lt;stdout&gt;. </a:t>
            </a:r>
          </a:p>
        </p:txBody>
      </p:sp>
    </p:spTree>
    <p:extLst>
      <p:ext uri="{BB962C8B-B14F-4D97-AF65-F5344CB8AC3E}">
        <p14:creationId xmlns:p14="http://schemas.microsoft.com/office/powerpoint/2010/main" val="1006326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D2EB1-E490-26AE-966E-B60DE801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8189E-F09D-491A-23C6-C7DD2C3BF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Command-line inputs: &lt;object_file&gt; &lt;relocation_address (hex)&gt; &lt;machine_type (SIC/SICXE)&gt;.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relocation_address is converted from hex using strtol(..., 16); the object file is opened for reading.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Parsed records are stored into arrays of TextRecord (T records) and ModRecord (M records).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functions: parse_object_file() (parsing) and relocate_and_print() (relocation + output).</a:t>
            </a:r>
          </a:p>
        </p:txBody>
      </p:sp>
    </p:spTree>
    <p:extLst>
      <p:ext uri="{BB962C8B-B14F-4D97-AF65-F5344CB8AC3E}">
        <p14:creationId xmlns:p14="http://schemas.microsoft.com/office/powerpoint/2010/main" val="1472619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364F-5E72-63D2-5735-1A8E8D94A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D7C8A-46DF-8D61-E6A6-64DFF09E6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  <a:defRPr sz="24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parse_object_file reads the object file line-by-line using fgets into a fixed buffer.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line is trimmed (newline removed) and classified by its first character: H, T, M, or E.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/>
              <a:t>Fields are extracted with sscanf and converted using strtol (hex to int).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values (start address / program length) are saved, then all T and M records are collected for relocation.</a:t>
            </a:r>
          </a:p>
        </p:txBody>
      </p:sp>
    </p:spTree>
    <p:extLst>
      <p:ext uri="{BB962C8B-B14F-4D97-AF65-F5344CB8AC3E}">
        <p14:creationId xmlns:p14="http://schemas.microsoft.com/office/powerpoint/2010/main" val="3444599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455C9-FC93-EBFA-DAE2-9224DA285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We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FC266-5890-F99A-46D5-764942A70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SIC, absolute addressing means most instruction operands are not directly relocatable and must be changed.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arsing strings safely (fgets/sscanf/strtol) and keeping counters/arrays consistent.</a:t>
            </a:r>
          </a:p>
        </p:txBody>
      </p:sp>
    </p:spTree>
    <p:extLst>
      <p:ext uri="{BB962C8B-B14F-4D97-AF65-F5344CB8AC3E}">
        <p14:creationId xmlns:p14="http://schemas.microsoft.com/office/powerpoint/2010/main" val="2157933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0E3F-0B4B-8246-7E76-715FCE936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80B54-33D5-72C4-2E53-469A37F7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relocations can’t change a whole byte: SIC M records may need “half-byte” modifications.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matters when indexed mode is used (x bit set): changing the wrong bits changes program behavior.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loader needs to patch inside the object code (not just shift record start addresses).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That’s why the code stores both T record payloads and M record locations to process later.</a:t>
            </a:r>
          </a:p>
        </p:txBody>
      </p:sp>
    </p:spTree>
    <p:extLst>
      <p:ext uri="{BB962C8B-B14F-4D97-AF65-F5344CB8AC3E}">
        <p14:creationId xmlns:p14="http://schemas.microsoft.com/office/powerpoint/2010/main" val="3875915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052C2-5765-E8E1-7471-9282DA367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18C09-5690-F8B5-B549-643DB817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SIC vs SICXE: SIC has no PC-relative addressing, while SICXE does (impacts how much relocation is needed).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multiple text records + multiple modification records per object file.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size limits: MAX_RECORD and MAX_LINE_LENGTH cap how many records/bytes we keep in memory.</a:t>
            </a:r>
          </a:p>
        </p:txBody>
      </p:sp>
    </p:spTree>
    <p:extLst>
      <p:ext uri="{BB962C8B-B14F-4D97-AF65-F5344CB8AC3E}">
        <p14:creationId xmlns:p14="http://schemas.microsoft.com/office/powerpoint/2010/main" val="1720339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5E8AF-D893-80A0-1418-7B968BEF5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6C1BC-BC65-E54D-4F88-6CF628A97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tests: wrong arg count prints usage; invalid machine type should be rejected.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 test: relocate to the same start address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the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should match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exactly.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Nonzero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offset test: verify record addresses shift AND operands flagged by M records are updated (per M record rules).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loader for both SIC and SICXE modes to confirm expected behavior.</a:t>
            </a:r>
          </a:p>
        </p:txBody>
      </p:sp>
    </p:spTree>
    <p:extLst>
      <p:ext uri="{BB962C8B-B14F-4D97-AF65-F5344CB8AC3E}">
        <p14:creationId xmlns:p14="http://schemas.microsoft.com/office/powerpoint/2010/main" val="264455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DDDA6-C5A6-3B56-0713-1DB1B87B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B4A56-386B-B421-C02D-D555376C3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modify only the fields that need relocation.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TextRecord stores: start_address, length, and the raw object_code string for each T record.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ModRecord stores: address + length for each relocation patch location.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relocate_and_print() is where relocation + relocated output printing is handled.</a:t>
            </a:r>
          </a:p>
        </p:txBody>
      </p:sp>
    </p:spTree>
    <p:extLst>
      <p:ext uri="{BB962C8B-B14F-4D97-AF65-F5344CB8AC3E}">
        <p14:creationId xmlns:p14="http://schemas.microsoft.com/office/powerpoint/2010/main" val="3645116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68158-70DE-9861-11AF-5AC8A2C17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BF266-1112-0EB1-6A43-478F793D1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an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 relocation offset based on the new load address (START) chosen at load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position-dependent addresses (T record start addresses) for the new memory location.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 only the operand fields specified by each modification record.</a:t>
            </a:r>
          </a:p>
        </p:txBody>
      </p:sp>
    </p:spTree>
    <p:extLst>
      <p:ext uri="{BB962C8B-B14F-4D97-AF65-F5344CB8AC3E}">
        <p14:creationId xmlns:p14="http://schemas.microsoft.com/office/powerpoint/2010/main" val="3938456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C66F1-0EDF-55ED-2C0B-96D13B2B6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44972"/>
            <a:ext cx="10353762" cy="136805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onto the demonstration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392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Quadratic collection</Template>
  <TotalTime>354</TotalTime>
  <Words>1502</Words>
  <Application>Microsoft Office PowerPoint</Application>
  <PresentationFormat>Widescreen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Goudy Old Style</vt:lpstr>
      <vt:lpstr>Times New Roman</vt:lpstr>
      <vt:lpstr>Wingdings</vt:lpstr>
      <vt:lpstr>Wingdings 2</vt:lpstr>
      <vt:lpstr>SlateVTI</vt:lpstr>
      <vt:lpstr>Systems Programming Project 4: Relocating Loader</vt:lpstr>
      <vt:lpstr>Table of Contents </vt:lpstr>
      <vt:lpstr>Introduction</vt:lpstr>
      <vt:lpstr>Implementation </vt:lpstr>
      <vt:lpstr>Implementation Cont’d</vt:lpstr>
      <vt:lpstr>Challenges We Faced</vt:lpstr>
      <vt:lpstr>Challenges Cont’d</vt:lpstr>
      <vt:lpstr>Challenges Cont’d</vt:lpstr>
      <vt:lpstr>Testing</vt:lpstr>
      <vt:lpstr>Our Solutions</vt:lpstr>
      <vt:lpstr>Solutions Cont’d</vt:lpstr>
      <vt:lpstr>Now onto the demonstration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Shain, Zinah</dc:creator>
  <cp:lastModifiedBy>Shain, Zinah</cp:lastModifiedBy>
  <cp:revision>117</cp:revision>
  <dcterms:created xsi:type="dcterms:W3CDTF">2025-11-30T00:23:15Z</dcterms:created>
  <dcterms:modified xsi:type="dcterms:W3CDTF">2025-12-01T02:30:53Z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